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Your Trip. Your Rules. Your Price.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96167"/>
                </a:solidFill>
                <a:latin typeface="Arial"/>
              </a:defRPr>
            </a:pPr>
            <a:r>
              <a:t>Price-First Trip Planning for Budget Travelers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Most travelers pick a destination, then hunt for flights. FlexBook flips it: see the cheapest flights first, build your trip around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Today's Trip Planning is Backwards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The Current Flow: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41148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1. Pick a destination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7315200" cy="41148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79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2. Search for flights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3. Hope there's something affordable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4. Settle for what's 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6167"/>
                </a:solidFill>
                <a:latin typeface="Arial"/>
              </a:defRPr>
            </a:pPr>
            <a:r>
              <a:t>What if the flight costs $600? You're stuck.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The Budget Travel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F3C7E"/>
                </a:solidFill>
                <a:latin typeface="Arial"/>
              </a:defRPr>
            </a:pPr>
            <a:r>
              <a:t>$1.7T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Arial"/>
              </a:defRPr>
            </a:pPr>
            <a:r>
              <a:t>Global travel 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371600"/>
            <a:ext cx="1828800" cy="1097280"/>
          </a:xfrm>
          <a:prstGeom prst="rect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F3C7E"/>
                </a:solidFill>
                <a:latin typeface="Arial"/>
              </a:defRPr>
            </a:pPr>
            <a:r>
              <a:t>320M+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Arial"/>
              </a:defRPr>
            </a:pPr>
            <a:r>
              <a:t>Budget travelers globally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371600"/>
            <a:ext cx="1828800" cy="1097280"/>
          </a:xfrm>
          <a:prstGeom prst="rect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F3C7E"/>
                </a:solidFill>
                <a:latin typeface="Arial"/>
              </a:defRPr>
            </a:pPr>
            <a: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Arial"/>
              </a:defRPr>
            </a:pPr>
            <a:r>
              <a:t>Use mobile for planning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371600"/>
            <a:ext cx="1828800" cy="1097280"/>
          </a:xfrm>
          <a:prstGeom prst="rect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F3C7E"/>
                </a:solidFill>
                <a:latin typeface="Arial"/>
              </a:defRPr>
            </a:pPr>
            <a:r>
              <a:t>3-4x/yr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Arial"/>
              </a:defRPr>
            </a:pPr>
            <a:r>
              <a:t>Average trips per 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Underserved Segment: Budget travelers want to maximize experiences per dollar. They're willing to go where the prices 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The FlexBook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5 Simple Steps to Multi-City Adventure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274320" cy="27432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C7E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Enter home 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828800"/>
            <a:ext cx="274320" cy="27432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C7E"/>
                </a:solidFill>
                <a:latin typeface="Arial"/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See cheapest flights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828800"/>
            <a:ext cx="274320" cy="27432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C7E"/>
                </a:solidFill>
                <a:latin typeface="Arial"/>
              </a:defRPr>
            </a:pPr>
            <a:r>
              <a:t>Stay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Choose duration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19" y="1828800"/>
            <a:ext cx="274320" cy="27432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19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79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C7E"/>
                </a:solidFill>
                <a:latin typeface="Arial"/>
              </a:defRPr>
            </a:pPr>
            <a: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79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Continue or go home?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1828800"/>
            <a:ext cx="274320" cy="27432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C7E"/>
                </a:solidFill>
                <a:latin typeface="Arial"/>
              </a:defRPr>
            </a:pPr>
            <a:r>
              <a:t>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Review &amp; book itinerary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6576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 a 3-5 city trip in 5 minutes. No login. No friction. Just discovery.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Why Budget Travelers Love FlexBook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731520"/>
          </a:xfrm>
          <a:prstGeom prst="rect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  <a:latin typeface="Arial"/>
              </a:defRPr>
            </a:pPr>
            <a: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44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3C7E"/>
                </a:solidFill>
                <a:latin typeface="Arial"/>
              </a:defRPr>
            </a:pPr>
            <a:r>
              <a:t>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3-5 city trip in 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3931920" cy="731520"/>
          </a:xfrm>
          <a:prstGeom prst="rect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630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  <a:latin typeface="Arial"/>
              </a:defRPr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44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3C7E"/>
                </a:solidFill>
                <a:latin typeface="Arial"/>
              </a:defRPr>
            </a:pPr>
            <a: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50+ real 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3931920" cy="731520"/>
          </a:xfrm>
          <a:prstGeom prst="rect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  <a:latin typeface="Arial"/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591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3C7E"/>
                </a:solidFill>
                <a:latin typeface="Arial"/>
              </a:defRPr>
            </a:pPr>
            <a:r>
              <a:t>Spontaneity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51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Unplanned routes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286000"/>
            <a:ext cx="3931920" cy="731520"/>
          </a:xfrm>
          <a:prstGeom prst="rect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  <a:latin typeface="Arial"/>
              </a:defRPr>
            </a:pPr>
            <a: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3591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3C7E"/>
                </a:solidFill>
                <a:latin typeface="Arial"/>
              </a:defRPr>
            </a:pPr>
            <a:r>
              <a:t>Transparent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651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Total cost upfront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3931920" cy="731520"/>
          </a:xfrm>
          <a:prstGeom prst="rect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2735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3C7E"/>
                </a:solidFill>
                <a:latin typeface="Arial"/>
              </a:defRPr>
            </a:pPr>
            <a:r>
              <a:t>Frictionless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No login needed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200400"/>
            <a:ext cx="3931920" cy="731520"/>
          </a:xfrm>
          <a:prstGeom prst="rect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2918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  <a:latin typeface="Arial"/>
              </a:defRPr>
            </a:pPr>
            <a: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2735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3C7E"/>
                </a:solidFill>
                <a:latin typeface="Arial"/>
              </a:defRPr>
            </a:pPr>
            <a:r>
              <a:t>Shareable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URL-based trips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How We Make Money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840480" cy="146304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Affiliate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5-8% commission per booking</a:t>
            </a: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Kiwi, Google Flights, Skyscanner</a:t>
            </a: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No friction for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3840480" cy="146304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Unit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Avg trip: $420</a:t>
            </a: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Commission: $25-30</a:t>
            </a: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Repeat rate: 40%</a:t>
            </a:r>
          </a:p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CAC: Low (viral)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8229600" cy="1188720"/>
          </a:xfrm>
          <a:prstGeom prst="rect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F3C7E"/>
                </a:solidFill>
                <a:latin typeface="Arial"/>
              </a:defRPr>
            </a:pPr>
            <a:r>
              <a:t>Path to Profitability: 100K trips/month (Year 2) = $2.5M-3M annual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Early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286000" cy="109728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Beta users tested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71600"/>
            <a:ext cx="2286000" cy="109728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89%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Completed full trip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371600"/>
            <a:ext cx="2286000" cy="109728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03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Returned within 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/>
              </a:defRPr>
            </a:pPr>
            <a:r>
              <a:t>Key 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✓ Most popular feature: See cheapest next destinations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✓ Users asked for: Group planning, saved trips,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✓ Demand signal is clear. Ready to scale.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Q1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→ Public beta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→ Community marketing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80160"/>
            <a:ext cx="2743200" cy="36576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Q2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→ Group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566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→ Saved trips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2743200" cy="36576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Q3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→ Alert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→ Partnerships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We're Raising $X to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3C7E"/>
                </a:solidFill>
                <a:latin typeface="Arial"/>
              </a:defRPr>
            </a:pPr>
            <a:r>
              <a:t>Capital will fuel: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37160" cy="36576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Premium features (saved trips, alerts, group planning)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37160" cy="36576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User acquisition (100K users)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137160" cy="36576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Expand to Europe &amp; APAC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137160" cy="36576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Full-time team (engineering, growth, ops)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F3C7E"/>
                </a:solidFill>
                <a:latin typeface="Arial"/>
              </a:defRPr>
            </a:pPr>
            <a:r>
              <a:t>Path to breakeven: 18 months. Margins improve with scale and premium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The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2F3C7E"/>
          </a:solidFill>
          <a:ln>
            <a:solidFill>
              <a:srgbClr val="2F3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Travel should be about discovery, not logistics.</a:t>
            </a:r>
          </a:p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FlexBook makes that real for millions of budget travelers globally.</a:t>
            </a:r>
          </a:p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This is a $200M+ TAM. We're building the market leader.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